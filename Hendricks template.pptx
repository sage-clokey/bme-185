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gS+rBoZXj1+4ne5I8oPbiLbrch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/>
    <p:restoredTop sz="94255"/>
  </p:normalViewPr>
  <p:slideViewPr>
    <p:cSldViewPr snapToGrid="0" snapToObjects="1">
      <p:cViewPr varScale="1">
        <p:scale>
          <a:sx n="21" d="100"/>
          <a:sy n="21" d="100"/>
        </p:scale>
        <p:origin x="14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Calibri"/>
              <a:buNone/>
              <a:defRPr sz="19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6400"/>
              <a:buNone/>
              <a:defRPr sz="6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760"/>
              <a:buNone/>
              <a:defRPr sz="576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512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267431" y="8016240"/>
            <a:ext cx="13926024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664942" y="5379722"/>
            <a:ext cx="13994608" cy="263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 b="1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sz="6400" b="1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 b="1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78839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0240"/>
              <a:buChar char="•"/>
              <a:defRPr sz="10240"/>
            </a:lvl1pPr>
            <a:lvl2pPr marL="914400" lvl="1" indent="-79756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960"/>
              <a:buChar char="•"/>
              <a:defRPr sz="8960"/>
            </a:lvl2pPr>
            <a:lvl3pPr marL="1371600" lvl="2" indent="-71628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Char char="•"/>
              <a:defRPr sz="7680"/>
            </a:lvl3pPr>
            <a:lvl4pPr marL="1828800" lvl="3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4pPr>
            <a:lvl5pPr marL="2286000" lvl="4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5pPr>
            <a:lvl6pPr marL="2743200" lvl="5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6pPr>
            <a:lvl7pPr marL="3200400" lvl="6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7pPr>
            <a:lvl8pPr marL="3657600" lvl="7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8pPr>
            <a:lvl9pPr marL="4114800" lvl="8" indent="-635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40"/>
              <a:buFont typeface="Calibri"/>
              <a:buNone/>
              <a:defRPr sz="102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5120"/>
              <a:buNone/>
              <a:defRPr sz="5120"/>
            </a:lvl1pPr>
            <a:lvl2pPr marL="914400" lvl="1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/>
            </a:lvl2pPr>
            <a:lvl3pPr marL="1371600" lvl="2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840"/>
              <a:buNone/>
              <a:defRPr sz="3840"/>
            </a:lvl3pPr>
            <a:lvl4pPr marL="1828800" lvl="3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marL="2286000" lvl="4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marL="2743200" lvl="5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marL="3200400" lvl="6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marL="3657600" lvl="7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marL="4114800" lvl="8" indent="-228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9497059" y="-1391919"/>
            <a:ext cx="13924282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2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2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80"/>
              <a:buFont typeface="Calibri"/>
              <a:buNone/>
              <a:defRPr sz="140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97560" algn="l" rtl="0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8960"/>
              <a:buFont typeface="Arial"/>
              <a:buChar char="•"/>
              <a:defRPr sz="8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1628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Font typeface="Arial"/>
              <a:buChar char="•"/>
              <a:defRPr sz="7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350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Arial"/>
              <a:buChar char="•"/>
              <a:defRPr sz="6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9436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94359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Arial"/>
              <a:buChar char="•"/>
              <a:defRPr sz="5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"/>
            <a:ext cx="32918400" cy="265747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21329989"/>
            <a:ext cx="32918400" cy="61561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6549" y="1268841"/>
            <a:ext cx="146490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Department of Biomolecular Engineering</a:t>
            </a:r>
            <a:endParaRPr sz="3600" dirty="0"/>
          </a:p>
        </p:txBody>
      </p:sp>
      <p:sp>
        <p:nvSpPr>
          <p:cNvPr id="87" name="Google Shape;87;p1"/>
          <p:cNvSpPr txBox="1"/>
          <p:nvPr/>
        </p:nvSpPr>
        <p:spPr>
          <a:xfrm>
            <a:off x="7475906" y="276509"/>
            <a:ext cx="1666283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6000" b="1" dirty="0">
                <a:latin typeface="Calibri" panose="020F0502020204030204" pitchFamily="34" charset="0"/>
                <a:cs typeface="Calibri" panose="020F0502020204030204" pitchFamily="34" charset="0"/>
              </a:rPr>
              <a:t>Descriptive Title</a:t>
            </a:r>
            <a:endParaRPr lang="en-US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90463E-1E1D-C345-872D-7189B78F6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4651" y="450681"/>
            <a:ext cx="7916976" cy="21235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A1D366-8361-D142-9C2C-78972F934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4" y="450681"/>
            <a:ext cx="5683259" cy="1948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1ACFC7-FF07-DC4B-8DCA-690C4226A9A0}"/>
              </a:ext>
            </a:extLst>
          </p:cNvPr>
          <p:cNvSpPr txBox="1"/>
          <p:nvPr/>
        </p:nvSpPr>
        <p:spPr>
          <a:xfrm>
            <a:off x="628648" y="3108155"/>
            <a:ext cx="10058400" cy="51706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 Heading</a:t>
            </a: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Text or figure</a:t>
            </a: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4447FD-2007-E446-A883-7FB7EF85A924}"/>
              </a:ext>
            </a:extLst>
          </p:cNvPr>
          <p:cNvSpPr txBox="1"/>
          <p:nvPr/>
        </p:nvSpPr>
        <p:spPr>
          <a:xfrm>
            <a:off x="628648" y="8764977"/>
            <a:ext cx="10058400" cy="55399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 Heading</a:t>
            </a:r>
          </a:p>
          <a:p>
            <a:pPr marL="338138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Text or figure</a:t>
            </a: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A7F476-65B3-434B-BC9A-B3B839C738C4}"/>
              </a:ext>
            </a:extLst>
          </p:cNvPr>
          <p:cNvSpPr txBox="1"/>
          <p:nvPr/>
        </p:nvSpPr>
        <p:spPr>
          <a:xfrm>
            <a:off x="11249027" y="14729657"/>
            <a:ext cx="208026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 Heading</a:t>
            </a:r>
          </a:p>
          <a:p>
            <a:pPr marL="422275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Text or figure</a:t>
            </a:r>
          </a:p>
          <a:p>
            <a:pPr marL="422275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2DDDB-4D33-6B44-934F-9783DEA44920}"/>
              </a:ext>
            </a:extLst>
          </p:cNvPr>
          <p:cNvSpPr txBox="1"/>
          <p:nvPr/>
        </p:nvSpPr>
        <p:spPr>
          <a:xfrm>
            <a:off x="628648" y="14661237"/>
            <a:ext cx="10058400" cy="6093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 Heading</a:t>
            </a:r>
          </a:p>
          <a:p>
            <a:pPr marL="338138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Text for figure</a:t>
            </a: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Fig. x. Descriptive Title. More text to describe figure.. Image from []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..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04C828-E30D-FB47-A3F5-991718F4E0A5}"/>
              </a:ext>
            </a:extLst>
          </p:cNvPr>
          <p:cNvSpPr/>
          <p:nvPr/>
        </p:nvSpPr>
        <p:spPr>
          <a:xfrm>
            <a:off x="11249027" y="3043905"/>
            <a:ext cx="20802600" cy="11261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A9136-36F1-9547-9A96-2D6BE6272EE0}"/>
              </a:ext>
            </a:extLst>
          </p:cNvPr>
          <p:cNvSpPr txBox="1"/>
          <p:nvPr/>
        </p:nvSpPr>
        <p:spPr>
          <a:xfrm>
            <a:off x="11771545" y="13270811"/>
            <a:ext cx="20280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Fig. x. Descriptive Title. More text to describe figure. Figure created by author.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8094E3-7B6B-9445-A1CA-16F3F710C4AA}"/>
              </a:ext>
            </a:extLst>
          </p:cNvPr>
          <p:cNvSpPr txBox="1"/>
          <p:nvPr/>
        </p:nvSpPr>
        <p:spPr>
          <a:xfrm>
            <a:off x="11249027" y="17879367"/>
            <a:ext cx="20802600" cy="2908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  <a:spcAft>
                <a:spcPts val="1800"/>
              </a:spcAft>
            </a:pP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Text or figure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38138">
              <a:spcAft>
                <a:spcPts val="1800"/>
              </a:spcAft>
              <a:tabLst>
                <a:tab pos="9566275" algn="l"/>
              </a:tabLst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65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Dunkin</dc:creator>
  <cp:lastModifiedBy>Microsoft Office User</cp:lastModifiedBy>
  <cp:revision>12</cp:revision>
  <dcterms:created xsi:type="dcterms:W3CDTF">2024-01-05T17:56:49Z</dcterms:created>
  <dcterms:modified xsi:type="dcterms:W3CDTF">2024-04-25T23:52:59Z</dcterms:modified>
</cp:coreProperties>
</file>