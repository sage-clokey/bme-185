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Owns Your DNA?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Case for Personal Genetic Ownership</a:t>
            </a:r>
          </a:p>
          <a:p>
            <a:r>
              <a:t>Why your genome should remain yours and yours alone.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Imagine This...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take a genetic test and later find out your data was sold without consent.</a:t>
            </a:r>
          </a:p>
          <a:p>
            <a:r>
              <a:t>Who should control your DNA?</a:t>
            </a:r>
          </a:p>
          <a:p>
            <a:r>
              <a:t>Individuals should have full ownership over their genetic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Genetic Data is Unique &amp; Valuable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DNA is a permanent identifier – it cannot be changed.</a:t>
            </a:r>
          </a:p>
          <a:p>
            <a:r>
              <a:t>Companies profit from genetic data sales.</a:t>
            </a:r>
          </a:p>
          <a:p>
            <a:r>
              <a:t>Genetic data reveals health risks, ancestry, and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Legal Justifications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Arguments:</a:t>
            </a:r>
          </a:p>
          <a:p>
            <a:r>
              <a:t>- Autonomy: Your genome = your property.</a:t>
            </a:r>
          </a:p>
          <a:p>
            <a:r>
              <a:t>- Informed Consent: No one should use your DNA without permission.</a:t>
            </a:r>
          </a:p>
          <a:p>
            <a:r>
              <a:t>- Privacy Rights: Protect against discrimination.</a:t>
            </a:r>
          </a:p>
          <a:p/>
          <a:p>
            <a:r>
              <a:t>Legal Gaps:</a:t>
            </a:r>
          </a:p>
          <a:p>
            <a:r>
              <a:t>- GINA (2008) has limitations.</a:t>
            </a:r>
          </a:p>
          <a:p>
            <a:r>
              <a:t>- The Henrietta Lacks case highlights genetic exploitation.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Risks of Losing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Insurance Discrimination – Higher premiums.</a:t>
            </a:r>
          </a:p>
          <a:p>
            <a:r>
              <a:t>Employer Bias – Hiring based on health predictions.</a:t>
            </a:r>
          </a:p>
          <a:p>
            <a:r>
              <a:t>Law Enforcement Misuse – Ancestry sites used for arrests.</a:t>
            </a:r>
          </a:p>
          <a:p>
            <a:r>
              <a:t>Pharmaceutical Exploitation – Companies profit without compensating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Counterarguments &amp; Rebuttals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“Companies need genetic data for research.” → Research should require consent &amp; compensation.</a:t>
            </a:r>
          </a:p>
          <a:p>
            <a:r>
              <a:t>“Insurers should assess risk fairly.” → This could create a genetic underclass.</a:t>
            </a:r>
          </a:p>
          <a:p>
            <a:r>
              <a:t>“You voluntarily submit DNA.” → Many don’t realize their data is stored &amp; sold indefinitely.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to Protect Genetic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Stronger Legal Protections – Expand GINA.</a:t>
            </a:r>
          </a:p>
          <a:p>
            <a:r>
              <a:t>Consumer Rights – Ability to delete or revoke access.</a:t>
            </a:r>
          </a:p>
          <a:p>
            <a:r>
              <a:t>Ethical Research Models – Licensing data for research.</a:t>
            </a:r>
          </a:p>
          <a:p>
            <a:r>
              <a:t>Transparency – Companies should compensate individuals.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genome is part of your identity—you should control it.</a:t>
            </a:r>
          </a:p>
          <a:p>
            <a:r>
              <a:t>Genetic discrimination is happening; laws must evolve.</a:t>
            </a:r>
          </a:p>
          <a:p>
            <a:r>
              <a:t>Companies should not profit from your biological blueprint without consent.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Q&amp;A</a:t>
            </a:r>
          </a:p>
          <a:p>
            <a:r>
              <a:t>Did you know? Your genome has 3 billion base pairs but fits inside a cell nucleus!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