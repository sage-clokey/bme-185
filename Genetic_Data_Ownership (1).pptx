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Who Owns Your DNA?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The Case for Personal Genetic Ownership</a:t>
            </a:r>
          </a:p>
          <a:p>
            <a:r>
              <a:t>Why your genome should remain yours and yours alone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Ethical Debate: Who Controls Your DNA?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Imagine taking a genetic test and later finding out your data was sold without consent.</a:t>
            </a:r>
          </a:p>
          <a:p>
            <a:r>
              <a:t>- Should companies, insurers, or governments control your DNA?</a:t>
            </a:r>
          </a:p>
          <a:p>
            <a:r>
              <a:t>- Individuals should have **full ownership** over their genetic data.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Genetic Data is Unique &amp; Valuable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DNA is a **permanent identifier** – unlike passwords, it can’t be changed.</a:t>
            </a:r>
          </a:p>
          <a:p>
            <a:r>
              <a:t>- Companies profit from genetic data sales 💰.</a:t>
            </a:r>
          </a:p>
          <a:p>
            <a:r>
              <a:t>- DNA can reveal **health risks, ancestry, and even criminal connections**.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Ethical &amp; Legal Justifications for Personal Ownership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**Ethical Arguments:**</a:t>
            </a:r>
          </a:p>
          <a:p>
            <a:r>
              <a:t>- **Autonomy**: Your genome = your property.</a:t>
            </a:r>
          </a:p>
          <a:p>
            <a:r>
              <a:t>- **Informed Consent**: No one should use your DNA without permission.</a:t>
            </a:r>
          </a:p>
          <a:p>
            <a:r>
              <a:t>- **Privacy Rights**: Genetic data misuse could lead to discrimination.</a:t>
            </a:r>
          </a:p>
          <a:p/>
          <a:p>
            <a:r>
              <a:t>**Legal Gaps:**</a:t>
            </a:r>
          </a:p>
          <a:p>
            <a:r>
              <a:t>- GINA (2008) doesn’t cover life insurance or law enforcement access.</a:t>
            </a:r>
          </a:p>
          <a:p>
            <a:r>
              <a:t>- The Henrietta Lacks case shows the dangers of genetic exploitation.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Risks of Losing Ownership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**Insurance Discrimination** 🚫 – Premiums raised based on genetic risks.</a:t>
            </a:r>
          </a:p>
          <a:p>
            <a:r>
              <a:t>- **Employer Bias** – Hiring/firing based on DNA predictions.</a:t>
            </a:r>
          </a:p>
          <a:p>
            <a:r>
              <a:t>- **Law Enforcement Misuse** – Police using ancestry sites for arrests.</a:t>
            </a:r>
          </a:p>
          <a:p>
            <a:r>
              <a:t>- **Pharmaceutical Exploitation** – Companies making billions off *your* DNA.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Counterarguments &amp; Rebuttals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❌ “Companies need genetic data for research.”</a:t>
            </a:r>
          </a:p>
          <a:p>
            <a:r>
              <a:t>✅ Research can happen with **consent &amp; compensation**.</a:t>
            </a:r>
          </a:p>
          <a:p/>
          <a:p>
            <a:r>
              <a:t>- ❌ “Insurers should use DNA to assess risk.”</a:t>
            </a:r>
          </a:p>
          <a:p>
            <a:r>
              <a:t>✅ This could create a **genetic underclass**.</a:t>
            </a:r>
          </a:p>
          <a:p/>
          <a:p>
            <a:r>
              <a:t>- ❌ “You voluntarily submit DNA, so companies should have some control.”</a:t>
            </a:r>
          </a:p>
          <a:p>
            <a:r>
              <a:t>✅ Many consumers **don’t realize their data is stored &amp; sold indefinitely**.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Solutions to Protect Genetic Ownership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**Stronger Legal Protections** – Expand GINA to cover all forms of genetic discrimination.</a:t>
            </a:r>
          </a:p>
          <a:p>
            <a:r>
              <a:t>- **Consumer Rights** – Individuals should be able to delete or revoke access.</a:t>
            </a:r>
          </a:p>
          <a:p>
            <a:r>
              <a:t>- **Ethical Research Models** – Use **data trusts** where individuals **license** their genome for research.</a:t>
            </a:r>
          </a:p>
          <a:p>
            <a:r>
              <a:t>- **Transparency in Data Sales** – Companies profiting from genetic data should **compensate individuals**.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Conclusion: Why This Matters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Your genome is part of **your identity**—you should have **full control** over it.</a:t>
            </a:r>
          </a:p>
          <a:p>
            <a:r>
              <a:t>- Genetic discrimination is **already happening**, and laws must evolve to protect individuals.</a:t>
            </a:r>
          </a:p>
          <a:p>
            <a:r>
              <a:t>- *“Data is the new oil”—but should companies profit off your **biological blueprint** without your consent?*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You!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Any Questions?</a:t>
            </a:r>
          </a:p>
          <a:p/>
          <a:p>
            <a:r>
              <a:t>Fun Fact: Did you know your genome contains 3 billion base pairs but fits inside a cell nucleus?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